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09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4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81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7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4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8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6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7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1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32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Titanic Dataset: Report of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Analysis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 - Numerical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Fare shows significant outliers.</a:t>
            </a:r>
            <a:br/>
            <a:r>
              <a:t>• Age distribution is wide.</a:t>
            </a:r>
            <a:br/>
            <a:r>
              <a:t>• SibSp and Parch are right-skewed.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34D86EC-AE9E-1BA3-393E-530B02A0D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495" y="2640022"/>
            <a:ext cx="5024487" cy="333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Plot - Categorical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586381"/>
          </a:xfrm>
        </p:spPr>
        <p:txBody>
          <a:bodyPr numCol="2">
            <a:normAutofit fontScale="92500" lnSpcReduction="10000"/>
          </a:bodyPr>
          <a:lstStyle/>
          <a:p>
            <a:pPr>
              <a:defRPr sz="1400"/>
            </a:pPr>
            <a:r>
              <a:rPr dirty="0"/>
              <a:t>• Most passengers were in 3rd class.</a:t>
            </a:r>
            <a:br>
              <a:rPr dirty="0"/>
            </a:br>
            <a:r>
              <a:rPr dirty="0"/>
              <a:t>• Majority of travelers were male.</a:t>
            </a:r>
            <a:endParaRPr lang="en-US" dirty="0"/>
          </a:p>
          <a:p>
            <a:pPr marL="0" indent="0">
              <a:buNone/>
              <a:defRPr sz="1400"/>
            </a:pPr>
            <a:r>
              <a:rPr lang="en-US" dirty="0"/>
              <a:t>• Embarkation mostly at port 'S'.</a:t>
            </a:r>
            <a:br>
              <a:rPr lang="en-US" dirty="0"/>
            </a:br>
            <a:r>
              <a:rPr lang="en-US" dirty="0"/>
              <a:t>• Many passengers lacked cabin data.</a:t>
            </a:r>
            <a:br>
              <a:rPr dirty="0"/>
            </a:br>
            <a:endParaRPr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7A56FB7-7240-4D69-170D-D8520E2C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50" y="2323896"/>
            <a:ext cx="5816338" cy="386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- Numerical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Age is roughly normally distributed.</a:t>
            </a:r>
            <a:br/>
            <a:r>
              <a:t>• Fare is right-skewed with few high values.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A9E8BD4-953D-780F-F2F9-23E46B8E6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85" y="2454997"/>
            <a:ext cx="5637229" cy="374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• Positive correlation between </a:t>
            </a:r>
            <a:r>
              <a:rPr dirty="0" err="1"/>
              <a:t>SibSp</a:t>
            </a:r>
            <a:r>
              <a:rPr dirty="0"/>
              <a:t> and Parch suggests families traveled together.</a:t>
            </a:r>
            <a:br>
              <a:rPr dirty="0"/>
            </a:br>
            <a:r>
              <a:rPr dirty="0"/>
              <a:t>• Fare and </a:t>
            </a:r>
            <a:r>
              <a:rPr dirty="0" err="1"/>
              <a:t>Pclass</a:t>
            </a:r>
            <a:r>
              <a:rPr dirty="0"/>
              <a:t> show a negative correlation: higher classes paid more.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4694A0-DF9F-8003-4591-D004046B6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673" y="2533454"/>
            <a:ext cx="4253407" cy="366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by Categorical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Survival higher among females and 1st class passengers.</a:t>
            </a:r>
            <a:br/>
            <a:r>
              <a:t>• Known cabin info linked to better survival chances.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D39ACC-76A1-DE8D-B09D-E8CE36007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47" y="2591944"/>
            <a:ext cx="5213023" cy="349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 - Survival Rate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Females had a notably higher survival rate.</a:t>
            </a:r>
            <a:br/>
            <a:r>
              <a:t>• Male survival was significantly lower.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28CB5C1-F83C-C88E-CB48-D2E278D77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2802987"/>
            <a:ext cx="3078323" cy="30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A66AE4F-59ED-0E8E-BE54-526BCD2B0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2802986"/>
            <a:ext cx="3078323" cy="30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Gender and class significantly influenced survival chances.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Socioeconomic factors (e.g., fare paid) correlate with survival.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Insights from this data can inform future safety protocols and fairness in emergency responses.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210</Words>
  <Application>Microsoft Office PowerPoint</Application>
  <PresentationFormat>On-screen Show (4:3)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Titanic Dataset: Report of Findings</vt:lpstr>
      <vt:lpstr>Box Plot - Numerical Features</vt:lpstr>
      <vt:lpstr>Count Plot - Categorical Features</vt:lpstr>
      <vt:lpstr>Histogram - Numerical Features</vt:lpstr>
      <vt:lpstr>Correlation Matrix</vt:lpstr>
      <vt:lpstr>Survival by Categorical Features</vt:lpstr>
      <vt:lpstr>Pie Chart - Survival Rate by Gender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Siddhant Gondane</cp:lastModifiedBy>
  <cp:revision>2</cp:revision>
  <dcterms:created xsi:type="dcterms:W3CDTF">2013-01-27T09:14:16Z</dcterms:created>
  <dcterms:modified xsi:type="dcterms:W3CDTF">2025-04-14T10:29:12Z</dcterms:modified>
  <cp:category/>
</cp:coreProperties>
</file>